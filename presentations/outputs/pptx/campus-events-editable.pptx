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pic>
        <p:nvPicPr>
          <p:cNvPr id="3" name="Image 0" descr="Rendered as an image because of CSS 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  <p:pic>
        <p:nvPicPr>
          <p:cNvPr id="4" name="Image 1" descr="Rendered as an image because of CSS 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2514600"/>
            <a:ext cx="2743200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933700" y="1819275"/>
            <a:ext cx="34671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019425" y="1866900"/>
            <a:ext cx="2076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📱 Mobile Application Development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057775" y="1885950"/>
            <a:ext cx="1714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5191125" y="1866900"/>
            <a:ext cx="11239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458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ด้วย Expo SDK 57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536031" y="2238375"/>
            <a:ext cx="4233863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00" b="1" spc="-112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</a:t>
            </a:r>
            <a:endParaRPr lang="en-US" sz="4500" dirty="0"/>
          </a:p>
        </p:txBody>
      </p:sp>
      <p:sp>
        <p:nvSpPr>
          <p:cNvPr id="10" name="Text 6"/>
          <p:cNvSpPr txBox="1"/>
          <p:nvPr/>
        </p:nvSpPr>
        <p:spPr>
          <a:xfrm>
            <a:off x="2352675" y="3057525"/>
            <a:ext cx="46291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4A40">
                    <a:alpha val="5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ความก้าวหน้าการพัฒนาแอปพลิเคชันกิจกรรมในมหาวิทยาลัย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26852" cy="195263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4887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01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36452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48600" y="41910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3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DBF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67675" y="447675"/>
            <a:ext cx="742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53959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Foundation, React Native &amp; Expo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เริ่มต้นพัฒนาด้วย Expo SDK 57 วางโครงสร้างมาตรฐานโมบายล์แอปพลิเคชัน และทดสอบรันแอปบนอุปกรณ์จริงผ่าน Expo Go อย่างมีประสิทธิภาพ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7502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&amp; HIGHLIGHTS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6107" y="3183731"/>
            <a:ext cx="41869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Scaffolding: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จัดระเบียบโฟลเดอร์สำหรับ Expo Router และ Components แยกเป็นสัดส่วน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6107" y="35266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 Go Fast Refresh: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เชื่อมต่อทดสอบบนสมาร์ตโฟนจริงแบบเรียลไทม์ผ่าน QR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96107" y="3869531"/>
            <a:ext cx="4177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Modern Baseline: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ใช้ React 19, React Native 0.86 และ TypeScript ควบคุมความถูกต้อง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5715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5143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 57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597819" y="4412456"/>
            <a:ext cx="7239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83544" y="4450556"/>
            <a:ext cx="6667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TypeScript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397919" y="4412456"/>
            <a:ext cx="6000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83644" y="4450556"/>
            <a:ext cx="5429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 Go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Mobile Foundation, React Native &amp; Ex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02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48600" y="41910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3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DBF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67675" y="447675"/>
            <a:ext cx="742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82203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Components, Props, State &amp; Events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4881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สร้างคอมโพเนนต์พื้นฐานที่นำกลับมาใช้ซ้ำได้ ส่งผ่านข้อมูลกิจกรรมด้วย Props และจัดการปฏิสัมพันธ์ของผู้ใช้ผ่าน State และ Event Handlers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7502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&amp; HIGHLIGHTS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6107" y="31837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EventCard Component: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การ์ดแสดงข้อมูลกิจกรรม วัน เวลา สถานที่ และจำนวนผู้เข้าร่วม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6107" y="35266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State &amp; useState: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ควบคุมสถานะการกดบันทึกรายการโปรด (Bookmark) และการเปิด Modal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96107" y="38695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 Rendering: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วนลูปแสดงผลรายการกิจกรรมจาก Data Structure อย่างมีประสิทธิภาพ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7048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6477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EventCard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731169" y="4412456"/>
            <a:ext cx="6191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16894" y="4450556"/>
            <a:ext cx="5619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useState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426494" y="4412456"/>
            <a:ext cx="9334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12219" y="4450556"/>
            <a:ext cx="8763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Props Contract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Components, Props, State &amp; Ev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03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48600" y="41910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3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DBF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67675" y="447675"/>
            <a:ext cx="742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14813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Styling &amp; Responsive Mobile UI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5561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ออกแบบหน้าตาแอปพลิเคชันให้ทันสมัย รองรับขนาดหน้าจอสมาร์ตโฟนที่หลากหลายด้วย Flexbox และจัดการพื้นที่ปลอดภัย (Safe Area)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7502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&amp; HIGHLIGHTS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6107" y="31837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Responsive Layout: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จัดการสัดส่วนและระยะห่างด้วย Flexbox ให้รองรับทั้งหน้าจอเล็กและใหญ่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6107" y="35266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 Area Insets: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ป้องกันไม่ให้คอนเทนต์ชนขอบหรือทับซ้อนกับ Notch และ Home Bar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96107" y="3869531"/>
            <a:ext cx="4177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System: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กำหนดมาตรฐานชุดสี (Color Palette) และความโค้งมนของการ์ดกิจกรรม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7239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6667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StyleSheet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750219" y="4412456"/>
            <a:ext cx="5715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35944" y="4450556"/>
            <a:ext cx="5143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Flexbox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397919" y="4412456"/>
            <a:ext cx="10382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83644" y="4450556"/>
            <a:ext cx="9810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SafeAreaContext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Styling &amp; Responsive Mobile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04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48600" y="41910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3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DBF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67675" y="447675"/>
            <a:ext cx="742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34766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 Router &amp; Navigation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จัดการการเปลี่ยนหน้าด้วย File-based Routing ของ Expo Router สร้าง Bottom Tabs Navigator และเปิดดูรายละเอียดกิจกรรมผ่าน Dynamic Routes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7502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&amp; HIGHLIGHTS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6107" y="3183731"/>
            <a:ext cx="41569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Tabs Navigation: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แถบนำทางด้านล่าง 3 หน้าหลัก (Events, Favorites, Profile)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6107" y="3526631"/>
            <a:ext cx="4177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Dynamic Event Routes: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เจาะลึกรายละเอียดกิจกรรมใน app/events/[id].tsx อย่างแม่นยำ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209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96107" y="3869531"/>
            <a:ext cx="42355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404 &amp; Stack Integration: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ป้องกันการหลุดด้วย +not-found.tsx พร้อม Header ย้อนกลับ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7810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7239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 Router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807369" y="4412456"/>
            <a:ext cx="8001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93094" y="4450556"/>
            <a:ext cx="7429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Tabs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683669" y="4412456"/>
            <a:ext cx="9810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69394" y="4450556"/>
            <a:ext cx="9239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Dynamic Routes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Expo Router &amp; Navi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05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3771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Forms &amp; State Management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6448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71688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71688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2055019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สร้างฟอร์มลงทะเบียนเข้าร่วมกิจกรรมและเพิ่มกิจกรรมใหม่ พร้อมระบบตรวจทานความถูกต้อง (Validation) และแชร์สถานะผ่าน Global Context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64644"/>
            <a:ext cx="4743450" cy="1376363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301704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301704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599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24088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 Registration Modal: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ป็อปอัปกรอกชื่อ อีเมล รหัสนักศึกษา พร้อมตรวจสอบเงื่อนไข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6028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8378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Input Validation: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แจ้งเตือนข้อผิดพลาดทันทีเพื่อลดความผิดพลาดของผู้ใช้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9457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926681"/>
            <a:ext cx="3933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Events &amp; Registration Context:</a:t>
            </a:r>
            <a:pPr algn="l" indent="0" marL="0"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จัดการ State การลงทะเบียนร่วมกันทั้งระบบ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39340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355306"/>
            <a:ext cx="9429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393406"/>
            <a:ext cx="8858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 Validation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969294" y="4355306"/>
            <a:ext cx="7620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55019" y="4393406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API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807494" y="4355306"/>
            <a:ext cx="7905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93219" y="4393406"/>
            <a:ext cx="7334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Modal Sheet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Forms &amp; State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06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312658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 API &amp; Networking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5659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เชื่อมต่อแอปพลิเคชันเข้ากับ Backend Server ผ่าน REST API เพื่อโหลดข้อมูลกิจกรรมแบบไดนามิก พร้อมระบบจัดการสถานะเครือข่าย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1837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Async API Client: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โหลดและส่งข้อมูลกิจกรรมผ่าน RESTful endpoints อย่างมีแบบแผน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266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Tri-State UI Feedback: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จัดการหน้าจอ Loading, Empty State และ Error State ชัดเจน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8695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 to Refresh &amp; Retry: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รองรับการรูดหน้าจอเพื่อดึงข้อมูลใหม่และปุ่มกดลองใหม่อัตโนมัติ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6096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5524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 API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635919" y="4412456"/>
            <a:ext cx="8763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21644" y="4450556"/>
            <a:ext cx="8191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Error Handling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588419" y="4412456"/>
            <a:ext cx="8572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74144" y="4450556"/>
            <a:ext cx="8001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PullToRefresh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REST API &amp; Networ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45902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0780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07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55502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876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Storage &amp; Offline Applications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เพิ่มประสิทธิภาพการทำงานแบบ Offline โดยจัดเก็บรายการกิจกรรมที่บันทึกไว้ในเครื่องด้วย AsyncStorage เพื่อประสบการณ์ใช้งานที่ราบรื่น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1837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Persistent Favorites: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บันทึกกิจกรรมที่ชื่นชอบลง Storage ของเครื่อง ข้อมูลไม่หายเมื่อปิดแอป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266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Offline-First Resilience: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เปิดดูรายการกิจกรรมและข้อมูลเดิมได้แม้ไม่มีสัญญาณอินเทอร์เน็ต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869531"/>
            <a:ext cx="42550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Storage Synchronization: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ตรวจสอบความถูกต้องและอัปเดตข้อมูลอัตโนมัติเมื่อกลับมาออนไลน์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8763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8191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AsyncStorage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902619" y="4412456"/>
            <a:ext cx="8763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88344" y="4450556"/>
            <a:ext cx="8191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 Cache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855119" y="4412456"/>
            <a:ext cx="7810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0844" y="4450556"/>
            <a:ext cx="7239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Persistence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Local Storage &amp; Offline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08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457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Authentication &amp; Mobile Security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6448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71688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71688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2055019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วางระบบรักษาความปลอดภัย ยืนยันตัวตนผู้ใช้ เก็บรักษา Access Token ด้วย SecureStore และสร้าง Route Guards ป้องกันสิทธิ์การเข้าถึง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64644"/>
            <a:ext cx="4743450" cy="1376363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301704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301704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599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240881"/>
            <a:ext cx="4206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SecureStore Token Vault: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จัดเก็บ Sensitive Token ลงในระดับฮาร์ดแวร์ KeyStore / Keychain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6028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83781"/>
            <a:ext cx="42481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Protected Route Guards:</a:t>
            </a:r>
            <a:pPr algn="l" indent="0" marL="0"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กรองสิทธิ์ผู้ใช้ก่อนเข้าหน้าสร้างกิจกรรมหรือข้อมูลส่วนตัว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314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812381"/>
            <a:ext cx="42355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Restoration: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ต่ออายุและฟื้นฟู Session การเข้าใช้งานอัตโนมัติเมื่อเปิดแอปใหม่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39340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355306"/>
            <a:ext cx="8096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393406"/>
            <a:ext cx="752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SecureStore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835944" y="4355306"/>
            <a:ext cx="7524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21669" y="4393406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JWT / Token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664619" y="4355306"/>
            <a:ext cx="8477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50344" y="4393406"/>
            <a:ext cx="7905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 Guards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6475" y="1257300"/>
            <a:ext cx="2095500" cy="3619500"/>
          </a:xfrm>
          <a:prstGeom prst="roundRect">
            <a:avLst>
              <a:gd name="adj" fmla="val 7273"/>
            </a:avLst>
          </a:prstGeom>
          <a:solidFill>
            <a:srgbClr val="F6F2F7"/>
          </a:solidFill>
          <a:ln w="9525">
            <a:solidFill>
              <a:srgbClr val="BBCABD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900863" y="2578894"/>
            <a:ext cx="4667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🔐</a:t>
            </a:r>
            <a:endParaRPr lang="en-US" sz="2250" dirty="0"/>
          </a:p>
        </p:txBody>
      </p:sp>
      <p:sp>
        <p:nvSpPr>
          <p:cNvPr id="34" name="Text 32"/>
          <p:cNvSpPr txBox="1"/>
          <p:nvPr/>
        </p:nvSpPr>
        <p:spPr>
          <a:xfrm>
            <a:off x="6572250" y="2988469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 &amp; Auth Flow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210300" y="3169444"/>
            <a:ext cx="18478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`presentations/images/lab-08.webp`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81787" y="3378994"/>
            <a:ext cx="904875" cy="1666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00838" y="3407569"/>
            <a:ext cx="8667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 Mockup</a:t>
            </a:r>
            <a:endParaRPr lang="en-US" sz="675" dirty="0"/>
          </a:p>
        </p:txBody>
      </p:sp>
      <p:pic>
        <p:nvPicPr>
          <p:cNvPr id="38" name="Image 0" descr="Rendered as an image because of CSS trans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55427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51732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09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65027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87203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Camera, Image Picker &amp; Permissions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4784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เชื่อมต่อกับกล้องและคลังภาพของสมาร์ตโฟนสำหรับอัปโหลดภาพกิจกรรม พร้อมทั้งจัดการวงจรการขอ Permission ที่ถูกต้องตามหลัก UX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1837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Camera &amp; Image Picker: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ถ่ายภาพสดจากกล้อง หรือเลือกโปสเตอร์กิจกรรมจาก Photo Library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266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Contextual Permissions: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ขอสิทธิ์กล้องเมื่อผู้ใช้กดใช้งาน ไม่ขอพร่ำเพรื่อตั้งแต่เปิดแอป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8695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Permission Recovery UX: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มีหน้าจอรองรับกรณีผู้ใช้ปฏิเสธสิทธิ์ พร้อมปุ่มนำทางไปหน้า Settings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8667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8096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expo-camera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893094" y="4412456"/>
            <a:ext cx="11811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78819" y="4450556"/>
            <a:ext cx="11239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expo-image-picker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3150394" y="4412456"/>
            <a:ext cx="9525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36119" y="4450556"/>
            <a:ext cx="8953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Permissions UX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Camera, Image Picker &amp; Permis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526852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4887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10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136452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376951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Location &amp; Interactive Maps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6448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71688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71688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2055019"/>
            <a:ext cx="44784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แสดงพิกัดสถานที่จัดกิจกรรมบนแผนที่แบบ Interactive ระบุตำแหน่งปัจจุบันของผู้ใช้ และเลือกจุดจัดกิจกรรมบนแผนที่ได้อย่างแม่นยำ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64644"/>
            <a:ext cx="4743450" cy="1376363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301704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301704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599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24088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Interactive MapView: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แสดงแผนที่มหาวิทยาลัยพร้อมหมุด (Markers) แสดงสถานที่จัดงานทั้งหมด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6028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8378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 Geolocation: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ขอสิทธิ์ Foreground Location เพื่อแสดงตำแหน่งเปรียบเทียบกับสถานที่จัดงาน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94573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926681"/>
            <a:ext cx="3705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Location Picker Modal:</a:t>
            </a:r>
            <a:pPr algn="l" indent="0" marL="0"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จิ้มเลือกพิกัดจัดงานใหม่ผ่านแผนที่แบบเรียลไทม์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39340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355306"/>
            <a:ext cx="113347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393406"/>
            <a:ext cx="1076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react-native-maps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2159794" y="4355306"/>
            <a:ext cx="8953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5519" y="4393406"/>
            <a:ext cx="8382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expo-location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3131344" y="4355306"/>
            <a:ext cx="8096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17069" y="4393406"/>
            <a:ext cx="752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GPS Markers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Location &amp; Interactive 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26244"/>
            <a:ext cx="488752" cy="195263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454819"/>
            <a:ext cx="4506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 11</a:t>
            </a:r>
            <a:endParaRPr lang="en-US" sz="825" dirty="0"/>
          </a:p>
        </p:txBody>
      </p:sp>
      <p:sp>
        <p:nvSpPr>
          <p:cNvPr id="5" name="Text 3"/>
          <p:cNvSpPr txBox="1"/>
          <p:nvPr/>
        </p:nvSpPr>
        <p:spPr>
          <a:xfrm>
            <a:off x="1098352" y="447675"/>
            <a:ext cx="1457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Campus Events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7600" y="419100"/>
            <a:ext cx="133350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2375" y="495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32E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6675" y="447675"/>
            <a:ext cx="1123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695325"/>
            <a:ext cx="4857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56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Notifications &amp; Mobile Platform APIs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3400" y="1507331"/>
            <a:ext cx="4743450" cy="1204913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275" y="1659731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🎯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2133" y="1659731"/>
            <a:ext cx="1462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006D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 (วัตถุประสงค์)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676275" y="1997869"/>
            <a:ext cx="45659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75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สร้างระบบแจ้งเตือนกิจกรรมล่วงหน้า (Local Event Reminder) พร้อมเชื่อมโยงการกด Notification เพื่อเปิดดูรายละเอียดกิจกรรมโดยตรง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07494"/>
            <a:ext cx="4743450" cy="1490663"/>
          </a:xfrm>
          <a:prstGeom prst="roundRect">
            <a:avLst>
              <a:gd name="adj" fmla="val 7668"/>
            </a:avLst>
          </a:prstGeom>
          <a:solidFill>
            <a:srgbClr val="FFFFFF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275" y="2959894"/>
            <a:ext cx="2530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⚡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872133" y="2959894"/>
            <a:ext cx="1438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CAPABILITIES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824657" y="32027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7057" y="31837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Scheduled Local Notifications: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ตั้งเวลาแจ้งเตือนก่อนกิจกรรมเริ่มล่วงหน้าตามเวลาที่กำหนด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4657" y="35456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7057" y="3526631"/>
            <a:ext cx="4175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Notification Channels: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ปรับแต่ง Channel บน Android กำหนดระดับเสียง ความสำคัญ และสั่นเตือน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4657" y="3888581"/>
            <a:ext cx="19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2EE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77057" y="3869531"/>
            <a:ext cx="4206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Deep Linking to Event: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3D4A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แตะการแจ้งเตือนเพื่อเปิดหน้าจอ app/events/[id] ได้อย่างแม่นยำ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4450556"/>
            <a:ext cx="45481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C7B6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TAGS: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0119" y="4412456"/>
            <a:ext cx="1114425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5844" y="4450556"/>
            <a:ext cx="10572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expo-notifications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2140744" y="4412456"/>
            <a:ext cx="66675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26469" y="4450556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Deep Link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883694" y="4412456"/>
            <a:ext cx="990600" cy="214313"/>
          </a:xfrm>
          <a:prstGeom prst="roundRect">
            <a:avLst>
              <a:gd name="adj" fmla="val 26667"/>
            </a:avLst>
          </a:prstGeom>
          <a:solidFill>
            <a:srgbClr val="F0EDF1"/>
          </a:solidFill>
          <a:ln w="9525">
            <a:solidFill>
              <a:srgbClr val="E4E1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69419" y="4450556"/>
            <a:ext cx="9334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2458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Android Channel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991225" y="1162050"/>
            <a:ext cx="2286000" cy="3810000"/>
          </a:xfrm>
          <a:prstGeom prst="roundRect">
            <a:avLst>
              <a:gd name="adj" fmla="val 13333"/>
            </a:avLst>
          </a:prstGeom>
          <a:solidFill>
            <a:srgbClr val="18181B"/>
          </a:solidFill>
          <a:ln w="57150">
            <a:solidFill>
              <a:srgbClr val="27272A"/>
            </a:solidFill>
            <a:prstDash val="solid"/>
          </a:ln>
          <a:effectLst>
            <a:outerShdw sx="100000" sy="100000" kx="0" ky="0" algn="bl" rotWithShape="0" blurRad="285750" dist="142875" dir="5400000">
              <a:srgbClr val="1B1B1E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8375" y="1219200"/>
            <a:ext cx="2171700" cy="3695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32" name="Image 0" descr="Notifications &amp; Mobile Platform AP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75" y="1257300"/>
            <a:ext cx="2095500" cy="3619500"/>
          </a:xfrm>
          <a:prstGeom prst="rect">
            <a:avLst/>
          </a:prstGeom>
        </p:spPr>
      </p:pic>
      <p:pic>
        <p:nvPicPr>
          <p:cNvPr id="33" name="Image 1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2" y="1276350"/>
            <a:ext cx="6191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34500" cy="5257800"/>
          </a:xfrm>
          <a:prstGeom prst="rect">
            <a:avLst/>
          </a:prstGeom>
          <a:solidFill>
            <a:srgbClr val="FBF8FC"/>
          </a:solidFill>
          <a:ln/>
        </p:spPr>
      </p:sp>
      <p:pic>
        <p:nvPicPr>
          <p:cNvPr id="3" name="Image 0" descr="Rendered as an image because of CSS 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76600" cy="3124200"/>
          </a:xfrm>
          <a:prstGeom prst="rect">
            <a:avLst/>
          </a:prstGeom>
        </p:spPr>
      </p:pic>
      <p:pic>
        <p:nvPicPr>
          <p:cNvPr id="4" name="Image 1" descr="Rendered as an image because of CSS 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133600"/>
            <a:ext cx="3276600" cy="3124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99930" y="2333625"/>
            <a:ext cx="91737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b="1" spc="-67" kern="0" dirty="0">
                <a:solidFill>
                  <a:srgbClr val="1B1B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Q&amp;A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Events — App Progress</dc:title>
  <dc:subject>## Campus Events Mobile App
Development Progress &amp; Roadmap Presentation
</dc:subject>
  <dc:creator>PptxGenJS</dc:creator>
  <cp:lastModifiedBy>PptxGenJS</cp:lastModifiedBy>
  <cp:revision>1</cp:revision>
  <dcterms:created xsi:type="dcterms:W3CDTF">2026-10-07T09:17:22Z</dcterms:created>
  <dcterms:modified xsi:type="dcterms:W3CDTF">2026-10-07T09:17:22Z</dcterms:modified>
</cp:coreProperties>
</file>